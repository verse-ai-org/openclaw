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22223B"/>
                </a:solidFill>
              </a:rPr>
              <a:t>PPTX Skill Smoke Test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0116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A4E69"/>
                </a:solidFill>
              </a:rPr>
              <a:t>This is a generated slide.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2026-04-21T11:41:43Z</dcterms:created>
  <dcterms:modified xsi:type="dcterms:W3CDTF">2026-04-21T11:41:43Z</dcterms:modified>
</cp:coreProperties>
</file>